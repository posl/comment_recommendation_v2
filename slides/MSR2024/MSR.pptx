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69" r:id="rId2"/>
    <p:sldId id="258" r:id="rId3"/>
    <p:sldId id="270" r:id="rId4"/>
    <p:sldId id="271" r:id="rId5"/>
    <p:sldId id="259" r:id="rId6"/>
    <p:sldId id="279" r:id="rId7"/>
    <p:sldId id="273" r:id="rId8"/>
    <p:sldId id="277" r:id="rId9"/>
    <p:sldId id="272" r:id="rId10"/>
    <p:sldId id="274" r:id="rId11"/>
    <p:sldId id="275" r:id="rId12"/>
    <p:sldId id="278" r:id="rId13"/>
  </p:sldIdLst>
  <p:sldSz cx="12192000" cy="6858000"/>
  <p:notesSz cx="6858000" cy="9144000"/>
  <p:defaultTextStyle>
    <a:defPPr>
      <a:defRPr lang="ja-A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8"/>
    <p:restoredTop sz="94694"/>
  </p:normalViewPr>
  <p:slideViewPr>
    <p:cSldViewPr snapToGrid="0">
      <p:cViewPr varScale="1">
        <p:scale>
          <a:sx n="121" d="100"/>
          <a:sy n="121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AU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3DB7D-5B5C-F14B-AF65-4D2C731403E2}" type="datetimeFigureOut">
              <a:rPr kumimoji="1" lang="ja-AU" altLang="en-US" smtClean="0"/>
              <a:t>20/4/2024</a:t>
            </a:fld>
            <a:endParaRPr kumimoji="1" lang="ja-AU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AU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AU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57614-B920-DD42-91A2-4723D2ADFFA5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36380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948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3A0D0-89EB-613F-DBAD-598D46DDA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7B432A8-B615-3FFB-4B77-CED43EF2F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22ABC01-85D2-8B1F-F878-ACEE2E26A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0108D1-612F-E333-8883-0B6B91ABB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64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38C7-DE09-2574-7D87-8602F75A9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EAFABCC-7DBC-D24B-5F4C-B9F2A8A55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5ADE72A-A940-E45F-180C-68262A374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A5EC22-DD46-2B1D-5756-2B4EFA40E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81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D1923-6AF1-B2AE-F864-CAF0F147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4384DE-CE65-7F8F-4FD7-26688058C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EB00CDA-F640-6C8D-5FE9-63A3636B1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5F0CD4-B0DB-E931-18CE-D19D14A7A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430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9E16-D2ED-1EE1-D434-E894103AF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F9F3A2F-773E-B45D-1D7C-C82B6B2C3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4014195-40FF-8749-5EEB-47FC83A55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3087BD-D56D-1A4D-F15C-7D386F19A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353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7E1E9-002E-263B-3D38-691CEC180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CD957C4-2C2A-7BE3-4E2C-6AA2DFA2F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DD27663-B0D7-7BF6-7FC7-5E9E9F07B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08BF9B8-0889-345E-8E56-4F46F2C5E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095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82A47-A4E0-1A61-9AEE-01B07D5D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BC01C68-3B66-E46C-F300-2122D3419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30FE1DB-F99D-EE83-71D5-BFC90B2E7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E9F957-E022-1B08-0731-6D4AF9642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0470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3C226-5E9F-FB59-9D9F-4E331E9E4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670D36E-3605-0E90-B4FF-56DC9BD09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19CDA3-8B25-7B19-E46A-2152F66BA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617B60-1473-E766-F6D6-403E7A46D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932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3BAB0-C73F-32BB-F8F7-DF00B294E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CC1D9A-8187-5FAA-A41F-D4C4643E2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B5F9D51-7DB0-D98A-E8AA-CCE7642CA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C6F2E7-490C-C473-6260-CDA43DECD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421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56FC6-D23C-154F-728E-80CBC0BF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46B283D-2BB1-CC9A-A6BA-7E6A2262B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605AFEB-923C-44DC-50D4-EED2736C9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6FBD7A-F014-99B3-8D66-995ADB413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441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374B-2A8E-B208-77FC-69070ECFF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E99391-E99A-0074-DAE6-78D15F57A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13EA8B-A60E-6E75-A614-D37C7D05E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03E337-A203-DD28-66D6-DB7F745EC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EBE4AC-F999-7F46-8A59-4DE8BDE2BCB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11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8C3F7F-5C30-8527-6015-B1B4C11FF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80A45E-B07B-05CE-4C78-3777481D1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1653D0-8C13-9BF5-05D2-739E5AB97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91E69-EA37-CD40-BEE3-5E4723EE5ACE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D97ED3-9D91-9F75-8FB2-8FB6209E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1923C8-CEBA-A3E0-F5C0-EB8AADF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600" y="6356350"/>
            <a:ext cx="274320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9921FAEE-1A46-794C-A23C-16141195E31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0063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B940B-C91F-4F4B-3CD8-10FD140E5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398BCC-919C-C8F2-D1C3-56F50EEEB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0B1788-D267-2026-D830-BB0AE09D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9292-CB19-1B4B-A1D8-93321E7CB0DA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DCCB96-A513-C374-A875-C75A9A321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F8AEFF-95DC-1A31-17EA-46C89050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600" y="6356350"/>
            <a:ext cx="274320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defRPr>
            </a:lvl1pPr>
          </a:lstStyle>
          <a:p>
            <a:fld id="{9921FAEE-1A46-794C-A23C-16141195E31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8578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C882FC-8E31-84F3-66BA-6876DA9E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F9A357-5FF1-4974-0947-07055A832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BDCD4E-A79A-917C-FC5C-A6B8137FC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B271F-9F09-1545-89A9-4378B5A366EA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961F6F-C61C-C4F2-11FA-FF3E5F1F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6E93DE-B75D-51CB-5A1C-0625F464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FAEE-1A46-794C-A23C-16141195E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84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344604-C675-C75D-EA20-83B43726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971EF2-DF2E-DB7F-A521-72A625D78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87EA15-F7C2-AB5E-2029-CA5C50DEC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C72A75-7B69-3680-2B3E-FF3C29D4A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6C57-0666-0149-872B-5EBE248CFF40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24AF80-E3BC-F6D2-91BA-A726E90E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CED822-4458-18B7-580A-7457CAF9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FAEE-1A46-794C-A23C-16141195E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9202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EBD01F-82EE-7CBA-70DA-6B7764334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0405DE-C956-E805-1CA7-7C34010CC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75340A2-9AFB-6939-35A4-28FA57DE4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CD72C2F-04E8-D74D-9A9D-860B5ECA1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928BF0A-1010-BE9D-FF88-C6300A6F7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DD701C6-75E7-E008-59B3-6D22178C2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1D6F-ACA9-014D-9AE4-D51F24C79559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2D86E5D-ABB4-AE05-EC4A-5671BCD3A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6EEE08-7AB6-83B7-1418-D9D946DD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FAEE-1A46-794C-A23C-16141195E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2F698E-D722-7117-F349-3A1C6DCC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C7CCA86-6F8F-8E40-984A-3198C6AB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68173-6414-5B48-AF80-74A2C696E01E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39E56BF-7290-80D9-64A9-260E9DAD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FAB9E6C-D64D-8E31-13AC-83D75E22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FAEE-1A46-794C-A23C-16141195E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86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3FEE6DC-816E-CE8F-1772-99793792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05A79-F405-6E4C-B958-CAAF7F1516D1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18C769-12A4-A62C-2E25-7BD01BA5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F23C29-B130-3FC8-BA0A-5244FE5B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FAEE-1A46-794C-A23C-16141195E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741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76B62F-1C1C-58CE-7E49-97943989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1E60C5-3970-AD7A-F4E9-42D849CB0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1E5216-6836-39A4-47A5-6CB0BA92F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9DABE8-6C9A-FA35-0FA2-3ABD8245B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85B1-2A9F-A140-978B-31F7D5BCA64A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FA4A23-774A-009C-FA94-55FB148C3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808ABB-003B-595B-C20D-594A6808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FAEE-1A46-794C-A23C-16141195E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6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72BF47-82E0-8316-64E5-AF6445F0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04B454B-C46D-E792-E1BF-4D19E4C38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C1AC05-A7C6-12EC-2EA5-0782DBD51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272FF1-4354-4F65-4682-6213DC78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46D70-CB71-2344-BF41-04273885C423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24D46E-57F8-E0FA-B272-892C9677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304FA8-EC86-5E3D-7687-D24FA1B8A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FAEE-1A46-794C-A23C-16141195E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719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8ADF53-09AA-A65B-7DAB-4FFE1A62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92FC61A-919A-80FA-D29F-6E9CD9203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AE07A0-9208-3C40-DDA6-47D5D98A7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22CD-4139-C142-AB1E-DCEEBF973A8B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16E3A8-A2A3-07B7-0DFB-3991B3FF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A8A578-36D9-06E8-F7DB-0A1409D7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FAEE-1A46-794C-A23C-16141195E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237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F80C4A3-5CD6-0D79-9A49-29A7699CA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A40BE3-44F4-1E9B-0124-129231033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D467D3-8AA3-D214-4A09-FBFF9B76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8A2C-D1FC-E744-9677-F81C226615D9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A4C3E9-E0BC-5B23-58FE-88C78F60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B79889-34E9-3A66-9882-9E31E66B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FAEE-1A46-794C-A23C-16141195E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08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AC34CB-49B1-CF0D-6982-5008DAF9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9B1C6F-C053-4313-3904-9E99C7082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545237-A8B9-BBAF-443F-38D8123B0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194F9-DC23-8040-9940-5FCA9F1AB449}" type="datetime1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1B5B30-1E3F-B73C-2D50-DC21BFC14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6E17DF-AD8E-0010-F047-5B92949B6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1FAEE-1A46-794C-A23C-16141195E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54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9CEAFCC8-B333-2BC7-0449-88C533D94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65713"/>
            <a:ext cx="9144000" cy="1655762"/>
          </a:xfrm>
        </p:spPr>
        <p:txBody>
          <a:bodyPr>
            <a:normAutofit/>
          </a:bodyPr>
          <a:lstStyle/>
          <a:p>
            <a:r>
              <a:rPr kumimoji="1" lang="en-US" altLang="ja-AU" sz="4000" dirty="0"/>
              <a:t>MSR2024 (</a:t>
            </a:r>
            <a:r>
              <a:rPr lang="en-US" altLang="ja-AU" sz="4000" dirty="0"/>
              <a:t>4/15~16)</a:t>
            </a:r>
          </a:p>
          <a:p>
            <a:r>
              <a:rPr kumimoji="1" lang="en-US" altLang="ja-AU" sz="4000" dirty="0"/>
              <a:t>Kei Koyanagi</a:t>
            </a:r>
            <a:endParaRPr kumimoji="1" lang="ja-AU" altLang="en-US" sz="4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F6E6B9-EC26-F3E0-88C5-553B8DF7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FAEE-1A46-794C-A23C-16141195E313}" type="slidenum">
              <a:rPr lang="ja-JP" altLang="en-US" smtClean="0"/>
              <a:pPr/>
              <a:t>1</a:t>
            </a:fld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A68A1E5-FFD4-A2E3-00A9-DA666EC52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03" y="262758"/>
            <a:ext cx="10762593" cy="444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1D30C4-69B0-7215-F597-74208638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9F469234-CABB-261D-AE47-785F0C452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7" y="136525"/>
            <a:ext cx="10515600" cy="1325563"/>
          </a:xfrm>
        </p:spPr>
        <p:txBody>
          <a:bodyPr/>
          <a:lstStyle/>
          <a:p>
            <a:r>
              <a:rPr lang="en-US" altLang="ja-AU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MSR (Mining Software Repository)</a:t>
            </a:r>
            <a:endParaRPr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65CBB2-2A8D-A3C7-5EF5-DDB08E615AC4}"/>
              </a:ext>
            </a:extLst>
          </p:cNvPr>
          <p:cNvSpPr txBox="1"/>
          <p:nvPr/>
        </p:nvSpPr>
        <p:spPr>
          <a:xfrm>
            <a:off x="228385" y="1880357"/>
            <a:ext cx="5055477" cy="3348930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・今回が</a:t>
            </a: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21</a:t>
            </a: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回目の開催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・参加者は</a:t>
            </a: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252</a:t>
            </a: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人（</a:t>
            </a: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31</a:t>
            </a: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カ国）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</a:t>
            </a: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MSR:</a:t>
            </a:r>
            <a:r>
              <a: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ソフトウェア工学におけるデータサイエンス、機械学習、</a:t>
            </a:r>
            <a:r>
              <a: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AI</a:t>
            </a:r>
            <a:r>
              <a: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の主要な</a:t>
            </a:r>
            <a:r>
              <a: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Conference</a:t>
            </a:r>
            <a:r>
              <a: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rPr>
              <a:t>である。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・メイン会場とサブ会場で実施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5" name="図 4" descr="ドアが開いている画面&#10;&#10;自動的に生成された説明">
            <a:extLst>
              <a:ext uri="{FF2B5EF4-FFF2-40B4-BE49-F238E27FC236}">
                <a16:creationId xmlns:a16="http://schemas.microsoft.com/office/drawing/2014/main" id="{26953077-737F-C8B7-7808-BD23567241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85" t="-12345" r="33793" b="-1"/>
          <a:stretch/>
        </p:blipFill>
        <p:spPr>
          <a:xfrm rot="5400000">
            <a:off x="7076986" y="32570"/>
            <a:ext cx="4083227" cy="7778802"/>
          </a:xfrm>
          <a:prstGeom prst="rect">
            <a:avLst/>
          </a:prstGeom>
        </p:spPr>
      </p:pic>
      <p:pic>
        <p:nvPicPr>
          <p:cNvPr id="8" name="図 7" descr="瓶を持っている&#10;&#10;中程度の精度で自動的に生成された説明">
            <a:extLst>
              <a:ext uri="{FF2B5EF4-FFF2-40B4-BE49-F238E27FC236}">
                <a16:creationId xmlns:a16="http://schemas.microsoft.com/office/drawing/2014/main" id="{A63ADF14-6C6E-1113-58FB-3E1326EEE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656850" y="485218"/>
            <a:ext cx="1220174" cy="91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0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F2300-52C5-42FB-4752-ECD56490D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480DBD-B46A-2343-3759-2ACBD7BC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A907A697-2358-29B2-1860-F896CFBAD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7" y="136525"/>
            <a:ext cx="10515600" cy="1325563"/>
          </a:xfrm>
        </p:spPr>
        <p:txBody>
          <a:bodyPr/>
          <a:lstStyle/>
          <a:p>
            <a:r>
              <a:rPr lang="en-US" altLang="ja-AU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Review Process</a:t>
            </a:r>
            <a:endParaRPr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3" name="図 2" descr="グラフィカル ユーザー インターフェイス, Web サイト&#10;&#10;自動的に生成された説明">
            <a:extLst>
              <a:ext uri="{FF2B5EF4-FFF2-40B4-BE49-F238E27FC236}">
                <a16:creationId xmlns:a16="http://schemas.microsoft.com/office/drawing/2014/main" id="{7D8C5443-0F6F-1D06-8CEF-7F01298CFD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82" b="9503"/>
          <a:stretch/>
        </p:blipFill>
        <p:spPr>
          <a:xfrm>
            <a:off x="1162470" y="1216949"/>
            <a:ext cx="9867060" cy="532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7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C1CD-B507-0193-7F11-AAA4492A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425C0C-4123-9E61-FF39-C615283B8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B10FCAA0-E7E1-FCE5-A5C0-F0F5F0E82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7" y="136525"/>
            <a:ext cx="10515600" cy="1325563"/>
          </a:xfrm>
        </p:spPr>
        <p:txBody>
          <a:bodyPr/>
          <a:lstStyle/>
          <a:p>
            <a:r>
              <a:rPr lang="ja-AU" altLang="en-US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発表の様子</a:t>
            </a:r>
            <a:endParaRPr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5C3E94E-EC9F-52CC-3EF8-6B3DC0306CAF}"/>
              </a:ext>
            </a:extLst>
          </p:cNvPr>
          <p:cNvSpPr txBox="1"/>
          <p:nvPr/>
        </p:nvSpPr>
        <p:spPr>
          <a:xfrm>
            <a:off x="1899531" y="5777474"/>
            <a:ext cx="1947256" cy="578876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メイン会場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D9CFAE-B462-7341-E35C-3A88CF88F911}"/>
              </a:ext>
            </a:extLst>
          </p:cNvPr>
          <p:cNvSpPr txBox="1"/>
          <p:nvPr/>
        </p:nvSpPr>
        <p:spPr>
          <a:xfrm>
            <a:off x="8345215" y="5763748"/>
            <a:ext cx="1947256" cy="578876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サブ会場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D0E9516-4253-A0BC-E7E9-798417FC1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42" y="1732880"/>
            <a:ext cx="5013434" cy="376007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2984DC4-1C25-09D9-F40A-56AB0289D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883" y="1732880"/>
            <a:ext cx="5013434" cy="376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479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17295-BB2B-53D2-B5EC-73F52CE7F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213A9F-61F0-E4CE-5EA8-B6958629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27A22977-9085-7CDF-F05A-53470556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6" y="136525"/>
            <a:ext cx="10978269" cy="1325563"/>
          </a:xfrm>
        </p:spPr>
        <p:txBody>
          <a:bodyPr/>
          <a:lstStyle/>
          <a:p>
            <a:r>
              <a:rPr lang="en-US" altLang="ja-JP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Coffee Break &amp; Lunch</a:t>
            </a:r>
            <a:endParaRPr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2918FDF-BA6C-EF41-9516-6D3C74004BCE}"/>
              </a:ext>
            </a:extLst>
          </p:cNvPr>
          <p:cNvSpPr txBox="1"/>
          <p:nvPr/>
        </p:nvSpPr>
        <p:spPr>
          <a:xfrm>
            <a:off x="617269" y="2152040"/>
            <a:ext cx="5055477" cy="2794868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・セッションの合間の交流の時間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・ここで仲良くなっとくと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セッションを一緒に回れたりする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・自分はイタリア出身の人と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仲良くなった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5" name="図 4" descr="屋内, 人, 男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56F29D04-4E61-530F-CDD9-6C0370FD8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553644" y="1862378"/>
            <a:ext cx="4498921" cy="3374191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298F689-63C0-9F11-456D-05FF466DC6B7}"/>
              </a:ext>
            </a:extLst>
          </p:cNvPr>
          <p:cNvSpPr txBox="1"/>
          <p:nvPr/>
        </p:nvSpPr>
        <p:spPr>
          <a:xfrm>
            <a:off x="7432711" y="5879775"/>
            <a:ext cx="2740786" cy="578941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Lunch</a:t>
            </a: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の時の写真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3444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D3115-CD43-EA35-82BB-A0353C1C3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8D05E4-20DD-AA9B-8B2B-485C8ACF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6D6EA97A-9DE7-7C58-FEF0-676FA6733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6" y="136525"/>
            <a:ext cx="10978269" cy="1325563"/>
          </a:xfrm>
        </p:spPr>
        <p:txBody>
          <a:bodyPr/>
          <a:lstStyle/>
          <a:p>
            <a:r>
              <a:rPr lang="en-US" altLang="ja-JP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Coffee Break &amp; Lunch</a:t>
            </a:r>
            <a:endParaRPr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8" name="図 7" descr="皿の上にあるいろんな食べ物&#10;&#10;自動的に生成された説明">
            <a:extLst>
              <a:ext uri="{FF2B5EF4-FFF2-40B4-BE49-F238E27FC236}">
                <a16:creationId xmlns:a16="http://schemas.microsoft.com/office/drawing/2014/main" id="{E237B32E-C227-29F1-B365-411839AA7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32271" y="1946385"/>
            <a:ext cx="4556234" cy="3417176"/>
          </a:xfrm>
          <a:prstGeom prst="rect">
            <a:avLst/>
          </a:prstGeom>
        </p:spPr>
      </p:pic>
      <p:pic>
        <p:nvPicPr>
          <p:cNvPr id="11" name="図 10" descr="人, 屋内, 男, 探す が含まれている画像&#10;&#10;自動的に生成された説明">
            <a:extLst>
              <a:ext uri="{FF2B5EF4-FFF2-40B4-BE49-F238E27FC236}">
                <a16:creationId xmlns:a16="http://schemas.microsoft.com/office/drawing/2014/main" id="{F0841568-D70F-8E00-D37C-6D1F296D9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 flipV="1">
            <a:off x="6503496" y="1946386"/>
            <a:ext cx="4556233" cy="341717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7AE2B3-93E9-3AD4-ACFC-2083EAB9ED28}"/>
              </a:ext>
            </a:extLst>
          </p:cNvPr>
          <p:cNvSpPr txBox="1"/>
          <p:nvPr/>
        </p:nvSpPr>
        <p:spPr>
          <a:xfrm>
            <a:off x="2039995" y="5959971"/>
            <a:ext cx="2740786" cy="578941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Lunch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9CB54E-8911-53AD-9061-987473820D42}"/>
              </a:ext>
            </a:extLst>
          </p:cNvPr>
          <p:cNvSpPr txBox="1"/>
          <p:nvPr/>
        </p:nvSpPr>
        <p:spPr>
          <a:xfrm>
            <a:off x="7147967" y="5959971"/>
            <a:ext cx="3267289" cy="578941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Mahmoud</a:t>
            </a: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先生と再会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146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CBB7-4C86-E396-5AE7-69D29BED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AF7B36-6314-ED94-08F0-C7894F46D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EBA37A3D-6175-3EBE-0E82-8D02AF682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6" y="136525"/>
            <a:ext cx="10978269" cy="1325563"/>
          </a:xfrm>
        </p:spPr>
        <p:txBody>
          <a:bodyPr/>
          <a:lstStyle/>
          <a:p>
            <a:r>
              <a:rPr lang="en-US" altLang="ja-JP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Banquet</a:t>
            </a:r>
            <a:r>
              <a:rPr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rPr>
              <a:t>（</a:t>
            </a:r>
            <a:r>
              <a:rPr lang="en-US" altLang="ja-AU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AU" altLang="en-US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日目の夜</a:t>
            </a:r>
            <a:r>
              <a:rPr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rPr>
              <a:t>）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A8FAA08-C839-66C6-1939-BB35FE2EA645}"/>
              </a:ext>
            </a:extLst>
          </p:cNvPr>
          <p:cNvSpPr txBox="1"/>
          <p:nvPr/>
        </p:nvSpPr>
        <p:spPr>
          <a:xfrm>
            <a:off x="545662" y="1462088"/>
            <a:ext cx="5055477" cy="5010859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</a:t>
            </a: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19:30 ~ 22:00</a:t>
            </a: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・コース料理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・ここでドイツの博士の人と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仲良くなった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・帰りは同じ宿泊先だった先生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２人と一緒に帰った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（途中声かけられたので，やはり治安はあまりよろしくない．．）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F2DC087-B08E-D8D9-2C01-60CDA7F18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305" y="1462088"/>
            <a:ext cx="6260661" cy="469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05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E8B72-C3FE-E4A3-B076-D066CC10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9FCC49-646B-1351-48F4-181E865E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BB9A3C06-56DB-E797-C7C0-7A17EDE6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6" y="136525"/>
            <a:ext cx="10978269" cy="1325563"/>
          </a:xfrm>
        </p:spPr>
        <p:txBody>
          <a:bodyPr/>
          <a:lstStyle/>
          <a:p>
            <a:r>
              <a:rPr lang="en-US" altLang="ja-JP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Banquet</a:t>
            </a:r>
            <a:r>
              <a:rPr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rPr>
              <a:t>（</a:t>
            </a:r>
            <a:r>
              <a:rPr lang="en-US" altLang="ja-AU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1</a:t>
            </a:r>
            <a:r>
              <a:rPr lang="ja-AU" altLang="en-US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日目の夜</a:t>
            </a:r>
            <a:r>
              <a:rPr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rPr>
              <a:t>）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F10BE10-5AF3-91FB-27BC-9A2520759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6" y="1766884"/>
            <a:ext cx="2792468" cy="372329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C5BAA54-4CF4-32DB-71EB-E8947D407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162" y="1766884"/>
            <a:ext cx="2792468" cy="372329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7DE9C57-1F60-5377-7645-3B7E7B334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448" y="1766882"/>
            <a:ext cx="2792468" cy="3723292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7C1A55DE-DDB7-610B-64D8-4F28FA4D9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1654" y="1766884"/>
            <a:ext cx="2792470" cy="372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70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D979-990E-9A6D-8813-9B365326D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5138D-A74D-9CE7-C4EE-BBBE1178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414D3381-F455-D68B-79E6-CC6BB709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6" y="136525"/>
            <a:ext cx="10978269" cy="1325563"/>
          </a:xfrm>
        </p:spPr>
        <p:txBody>
          <a:bodyPr/>
          <a:lstStyle/>
          <a:p>
            <a:r>
              <a:rPr lang="ja-AU" altLang="en-US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自分の発表</a:t>
            </a:r>
            <a:endParaRPr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289CD9-DAFD-736D-1477-0A12ACE132E0}"/>
              </a:ext>
            </a:extLst>
          </p:cNvPr>
          <p:cNvSpPr txBox="1"/>
          <p:nvPr/>
        </p:nvSpPr>
        <p:spPr>
          <a:xfrm>
            <a:off x="435612" y="2308565"/>
            <a:ext cx="5055477" cy="2240870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</a:t>
            </a: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2</a:t>
            </a: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日目の朝イチ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・場所はサブ会場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</a:t>
            </a: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Dong</a:t>
            </a: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先生はメイン会場で議長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・質問聞き取れず落ち込む．．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5" name="図 4" descr="天井, 屋内, 部屋, 女性 が含まれている画像&#10;&#10;自動的に生成された説明">
            <a:extLst>
              <a:ext uri="{FF2B5EF4-FFF2-40B4-BE49-F238E27FC236}">
                <a16:creationId xmlns:a16="http://schemas.microsoft.com/office/drawing/2014/main" id="{7164F793-ED1F-2DDD-7EBD-E1BB000DA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945" y="1219493"/>
            <a:ext cx="6550855" cy="491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50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8A71B-212B-56F6-FE4E-547556062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450EF8-41FD-9207-FE19-2C17DCACB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3C93D6C4-3DB7-746B-60DE-AC2D3E536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6" y="136525"/>
            <a:ext cx="10978269" cy="1325563"/>
          </a:xfrm>
        </p:spPr>
        <p:txBody>
          <a:bodyPr/>
          <a:lstStyle/>
          <a:p>
            <a:r>
              <a:rPr lang="ja-AU" altLang="en-US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所感</a:t>
            </a:r>
            <a:endParaRPr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A221D5-4358-7931-EEC1-9BEEBEA61062}"/>
              </a:ext>
            </a:extLst>
          </p:cNvPr>
          <p:cNvSpPr txBox="1"/>
          <p:nvPr/>
        </p:nvSpPr>
        <p:spPr>
          <a:xfrm>
            <a:off x="709125" y="1739087"/>
            <a:ext cx="5247505" cy="3902863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・もっと英語頑張らないといけない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（</a:t>
            </a:r>
            <a:r>
              <a:rPr kumimoji="1" lang="en-US" altLang="ja-AU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TOEIC</a:t>
            </a: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はあてにならない）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（特にヨーロッパの人の英語は自国のイントネーションも混ざっていて聞き取りづらかった）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・</a:t>
            </a:r>
            <a:r>
              <a:rPr kumimoji="1" lang="en-US" altLang="ja-AU" sz="2400" dirty="0" err="1">
                <a:latin typeface="Hiragino Sans W4" panose="020B0400000000000000" pitchFamily="34" charset="-128"/>
                <a:ea typeface="Hiragino Sans W4" panose="020B0400000000000000" pitchFamily="34" charset="-128"/>
              </a:rPr>
              <a:t>Linkedin</a:t>
            </a: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アカウント持っておくと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連絡先の交換がスムーズ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C9E285B-0F4D-7A05-2676-03DAB9A8A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243" y="1302042"/>
            <a:ext cx="3582714" cy="477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01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47183-111D-9C4C-3954-B2BF4502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0E8B90-87A6-7BE1-5CFC-DABB67A1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E80580DA-0A45-B1FB-8234-202F8734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6" y="136525"/>
            <a:ext cx="10978269" cy="1325563"/>
          </a:xfrm>
        </p:spPr>
        <p:txBody>
          <a:bodyPr/>
          <a:lstStyle/>
          <a:p>
            <a:r>
              <a:rPr lang="ja-AU" altLang="en-US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番外編</a:t>
            </a:r>
            <a:endParaRPr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412B63-4DDE-870D-978E-29484269AE62}"/>
              </a:ext>
            </a:extLst>
          </p:cNvPr>
          <p:cNvSpPr txBox="1"/>
          <p:nvPr/>
        </p:nvSpPr>
        <p:spPr>
          <a:xfrm>
            <a:off x="259644" y="4183267"/>
            <a:ext cx="3471257" cy="578876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ベレンの塔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8B26C9-90F2-EB19-B0B5-58EAD1E36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9" y="1327576"/>
            <a:ext cx="3807588" cy="285569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A7F7925-FB90-FD9C-DEC6-916ED0105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835" y="3865784"/>
            <a:ext cx="3807588" cy="285569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5CF74F-0495-7DB5-A88F-7B40CA80F3AE}"/>
              </a:ext>
            </a:extLst>
          </p:cNvPr>
          <p:cNvSpPr txBox="1"/>
          <p:nvPr/>
        </p:nvSpPr>
        <p:spPr>
          <a:xfrm>
            <a:off x="4221000" y="3286908"/>
            <a:ext cx="3471257" cy="578876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発見のモニュメント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B7CEB35-63C7-0C4C-176B-6998AAFE5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191" y="1327575"/>
            <a:ext cx="3807588" cy="2855691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67AC3F6-1CF6-C71F-FAE5-B1F94C523DDC}"/>
              </a:ext>
            </a:extLst>
          </p:cNvPr>
          <p:cNvSpPr txBox="1"/>
          <p:nvPr/>
        </p:nvSpPr>
        <p:spPr>
          <a:xfrm>
            <a:off x="8182357" y="4183266"/>
            <a:ext cx="3471257" cy="578876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展望台からの眺め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1382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9ACC-65E3-40F8-3798-2280D0B1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E167F6-3379-EBC0-0E8A-090E17EB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1FAEE-1A46-794C-A23C-16141195E313}" type="slidenum">
              <a:rPr kumimoji="1" lang="ja-JP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iragino Sans W4" panose="020B0400000000000000" pitchFamily="34" charset="-128"/>
              <a:ea typeface="Hiragino Sans W4" panose="020B0400000000000000" pitchFamily="34" charset="-128"/>
              <a:cs typeface="+mn-cs"/>
            </a:endParaRPr>
          </a:p>
        </p:txBody>
      </p:sp>
      <p:sp>
        <p:nvSpPr>
          <p:cNvPr id="10" name="タイトル 3">
            <a:extLst>
              <a:ext uri="{FF2B5EF4-FFF2-40B4-BE49-F238E27FC236}">
                <a16:creationId xmlns:a16="http://schemas.microsoft.com/office/drawing/2014/main" id="{9F8A738E-DACD-8F16-5D23-AE3CDF9E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6" y="136525"/>
            <a:ext cx="10978269" cy="1325563"/>
          </a:xfrm>
        </p:spPr>
        <p:txBody>
          <a:bodyPr/>
          <a:lstStyle/>
          <a:p>
            <a:r>
              <a:rPr lang="ja-AU" altLang="en-US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番外編</a:t>
            </a:r>
            <a:r>
              <a:rPr lang="en-US" altLang="ja-AU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〜</a:t>
            </a:r>
            <a:r>
              <a:rPr lang="ja-AU" altLang="en-US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ロンドン</a:t>
            </a:r>
            <a:r>
              <a:rPr lang="en-US" altLang="ja-AU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〜</a:t>
            </a:r>
            <a:endParaRPr lang="ja-JP" altLang="en-US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F3C57E6-2A2B-7603-8EAD-94FCA1D1A12E}"/>
              </a:ext>
            </a:extLst>
          </p:cNvPr>
          <p:cNvSpPr txBox="1"/>
          <p:nvPr/>
        </p:nvSpPr>
        <p:spPr>
          <a:xfrm>
            <a:off x="259644" y="4183267"/>
            <a:ext cx="3471257" cy="578876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街並み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29CAFE-B093-A204-D7F6-3847CC817391}"/>
              </a:ext>
            </a:extLst>
          </p:cNvPr>
          <p:cNvSpPr txBox="1"/>
          <p:nvPr/>
        </p:nvSpPr>
        <p:spPr>
          <a:xfrm>
            <a:off x="4221000" y="3286908"/>
            <a:ext cx="3471257" cy="578876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バッキンガム宮殿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20385A-F8F8-DB72-18AE-A75154182ECE}"/>
              </a:ext>
            </a:extLst>
          </p:cNvPr>
          <p:cNvSpPr txBox="1"/>
          <p:nvPr/>
        </p:nvSpPr>
        <p:spPr>
          <a:xfrm>
            <a:off x="8182357" y="4183266"/>
            <a:ext cx="3471257" cy="578876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AU" altLang="en-US" sz="2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ロンドン橋</a:t>
            </a:r>
            <a:endParaRPr kumimoji="1" lang="en-US" altLang="ja-AU" sz="2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1" name="図 10" descr="草, 屋外, フィールド, 花 が含まれている画像&#10;&#10;自動的に生成された説明">
            <a:extLst>
              <a:ext uri="{FF2B5EF4-FFF2-40B4-BE49-F238E27FC236}">
                <a16:creationId xmlns:a16="http://schemas.microsoft.com/office/drawing/2014/main" id="{DF4E3F1F-3C3E-F6BF-0464-6920215BB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232" y="3865784"/>
            <a:ext cx="3807588" cy="2855691"/>
          </a:xfrm>
          <a:prstGeom prst="rect">
            <a:avLst/>
          </a:prstGeom>
        </p:spPr>
      </p:pic>
      <p:pic>
        <p:nvPicPr>
          <p:cNvPr id="15" name="図 14" descr="建物の前の道路脇に立つ人&#10;&#10;中程度の精度で自動的に生成された説明">
            <a:extLst>
              <a:ext uri="{FF2B5EF4-FFF2-40B4-BE49-F238E27FC236}">
                <a16:creationId xmlns:a16="http://schemas.microsoft.com/office/drawing/2014/main" id="{527740DC-82CF-F4D7-88CD-2ACE6C9E5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90" y="1327576"/>
            <a:ext cx="3807589" cy="2858271"/>
          </a:xfrm>
          <a:prstGeom prst="rect">
            <a:avLst/>
          </a:prstGeom>
        </p:spPr>
      </p:pic>
      <p:pic>
        <p:nvPicPr>
          <p:cNvPr id="17" name="図 16" descr="道路を渡っている人たち&#10;&#10;中程度の精度で自動的に生成された説明">
            <a:extLst>
              <a:ext uri="{FF2B5EF4-FFF2-40B4-BE49-F238E27FC236}">
                <a16:creationId xmlns:a16="http://schemas.microsoft.com/office/drawing/2014/main" id="{B8C0C68F-6446-2FE2-F951-0FE0209A3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82" y="1327576"/>
            <a:ext cx="3807588" cy="285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772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2761</TotalTime>
  <Words>168</Words>
  <Application>Microsoft Macintosh PowerPoint</Application>
  <PresentationFormat>ワイド画面</PresentationFormat>
  <Paragraphs>72</Paragraphs>
  <Slides>12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Hiragino Sans W4</vt:lpstr>
      <vt:lpstr>游ゴシック</vt:lpstr>
      <vt:lpstr>游ゴシック Light</vt:lpstr>
      <vt:lpstr>Arial</vt:lpstr>
      <vt:lpstr>Calibri</vt:lpstr>
      <vt:lpstr>1_Office テーマ</vt:lpstr>
      <vt:lpstr>PowerPoint プレゼンテーション</vt:lpstr>
      <vt:lpstr>MSR (Mining Software Repository)</vt:lpstr>
      <vt:lpstr>Review Process</vt:lpstr>
      <vt:lpstr>発表の様子</vt:lpstr>
      <vt:lpstr>Coffee Break &amp; Lunch</vt:lpstr>
      <vt:lpstr>Coffee Break &amp; Lunch</vt:lpstr>
      <vt:lpstr>Banquet（1日目の夜）</vt:lpstr>
      <vt:lpstr>Banquet（1日目の夜）</vt:lpstr>
      <vt:lpstr>自分の発表</vt:lpstr>
      <vt:lpstr>所感</vt:lpstr>
      <vt:lpstr>番外編</vt:lpstr>
      <vt:lpstr>番外編〜ロンドン〜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テストケース作成の流れ</dc:title>
  <dc:creator>koyanagi kei</dc:creator>
  <cp:lastModifiedBy>koyanagi kei</cp:lastModifiedBy>
  <cp:revision>36</cp:revision>
  <dcterms:created xsi:type="dcterms:W3CDTF">2024-02-19T22:45:46Z</dcterms:created>
  <dcterms:modified xsi:type="dcterms:W3CDTF">2024-04-19T17:16:43Z</dcterms:modified>
</cp:coreProperties>
</file>